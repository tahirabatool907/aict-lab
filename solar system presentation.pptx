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917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9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7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4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2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9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3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1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2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6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0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7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09A55-E76B-4502-96EB-437DFC1EA20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F4851-0B4A-4940-AF22-E82B325A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7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microsoft.com/office/2007/relationships/hdphoto" Target="../media/hdphoto8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19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52400" y="381000"/>
            <a:ext cx="8839200" cy="66294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938953" y="2989385"/>
            <a:ext cx="1547447" cy="1225061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29000" y="2819400"/>
            <a:ext cx="2514600" cy="1582615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895600" y="2573215"/>
            <a:ext cx="3555024" cy="20574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362200" y="2133600"/>
            <a:ext cx="4648200" cy="2895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828800" y="1693984"/>
            <a:ext cx="5715000" cy="3786554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242646" y="1219200"/>
            <a:ext cx="6834554" cy="47244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85800" y="762000"/>
            <a:ext cx="7848600" cy="57912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scene3d>
            <a:camera prst="perspectiveBelow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018" y="3352801"/>
            <a:ext cx="351782" cy="630114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362200"/>
            <a:ext cx="697524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66028"/>
            <a:ext cx="533400" cy="5168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3810000"/>
            <a:ext cx="990600" cy="762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505200"/>
            <a:ext cx="1192824" cy="68794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5562600"/>
            <a:ext cx="1162050" cy="114101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733800"/>
            <a:ext cx="914400" cy="11430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429000"/>
            <a:ext cx="457200" cy="6301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53" y="2438400"/>
            <a:ext cx="1523955" cy="1620714"/>
          </a:xfrm>
          <a:prstGeom prst="rect">
            <a:avLst/>
          </a:prstGeom>
          <a:scene3d>
            <a:camera prst="perspectiveBelow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08085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decel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-0.02916 C 0.00277 -0.04143 0.00711 -0.02731 0.00069 -0.03773 C -0.00643 -0.04953 0.00642 -0.03634 -0.00452 -0.04629 C -0.01007 -0.05717 -0.01806 -0.06111 -0.02639 -0.0669 C -0.02778 -0.06782 -0.02882 -0.06944 -0.03021 -0.07037 C -0.03264 -0.07176 -0.03785 -0.07361 -0.03785 -0.07338 C -0.04028 -0.07592 -0.04184 -0.07986 -0.04427 -0.08217 C -0.05296 -0.09004 -0.07743 -0.08866 -0.08403 -0.08912 C -0.08959 -0.08842 -0.09514 -0.08842 -0.1007 -0.08727 C -0.1033 -0.0868 -0.10834 -0.08403 -0.10834 -0.08379 C -0.11216 -0.08055 -0.11615 -0.0787 -0.11997 -0.07546 C -0.12414 -0.07176 -0.12674 -0.06736 -0.13143 -0.06504 C -0.13542 -0.05972 -0.13664 -0.05625 -0.13907 -0.04977 C -0.14132 -0.04398 -0.14532 -0.03981 -0.14809 -0.03426 C -0.14983 -0.02708 -0.15278 -0.02106 -0.15452 -0.01389 C -0.15348 0.00648 -0.15591 0.0132 -0.14427 0.02384 C -0.14063 0.03102 -0.13872 0.03727 -0.13525 0.04422 C -0.13316 0.05278 -0.13073 0.05023 -0.125 0.05278 C -0.12032 0.05718 -0.11511 0.05903 -0.10973 0.06134 C -0.09827 0.0713 -0.08577 0.07199 -0.0724 0.07338 C -0.05764 0.07639 -0.03855 0.07315 -0.025 0.06297 C -0.01893 0.05857 -0.01528 0.05278 -0.00973 0.04769 C -0.00782 0.04097 -0.00799 0.0382 -0.0033 0.03403 C 0.00086 0.02593 0.00138 0.0169 0.00451 0.00834 C 0.00711 0.00162 0.00902 -0.00486 0.01093 -0.01203 C 0.00989 -0.01828 0.00902 -0.02523 0.00694 -0.03102 C 0.00295 -0.04166 0.00486 -0.03379 0.00573 -0.02916 Z " pathEditMode="relative" rAng="0" ptsTypes="AAAAAAAAAAAAAAAAAAAAAAAAAAA"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60" y="217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3.7037E-6 C 0.00226 0.00972 0.00174 0.01366 0.00764 0.01875 C 0.00851 0.02037 0.0092 0.02245 0.01024 0.02384 C 0.01129 0.02523 0.0132 0.0257 0.01406 0.02732 C 0.01511 0.0294 0.01441 0.03218 0.01528 0.03426 C 0.01858 0.04306 0.025 0.05162 0.03195 0.05463 C 0.05573 0.07616 0.08733 0.08333 0.11528 0.08542 C 0.1316 0.09329 0.14983 0.08727 0.16667 0.0838 C 0.17084 0.08195 0.17518 0.08032 0.17934 0.0787 C 0.18195 0.07755 0.18715 0.07523 0.18715 0.07523 C 0.19132 0.06667 0.19705 0.06806 0.20382 0.06505 C 0.20764 0.06343 0.21528 0.05995 0.21528 0.05995 C 0.21979 0.05579 0.21754 0.05648 0.2217 0.05648 C 0.23038 0.04468 0.22587 0.04745 0.23334 0.04445 C 0.24358 0.03542 0.25174 0.02315 0.25764 0.00857 C 0.26059 -0.01227 0.26302 -0.01204 0.25886 -0.04282 C 0.25834 -0.04676 0.25556 -0.04954 0.25382 -0.05301 C 0.25295 -0.05463 0.25122 -0.0581 0.25122 -0.0581 C 0.24827 -0.0706 0.25261 -0.05579 0.24601 -0.06667 C 0.23854 -0.07893 0.25261 -0.06458 0.24097 -0.07523 C 0.23924 -0.08171 0.2342 -0.08866 0.22934 -0.09051 C 0.22847 -0.09213 0.22813 -0.09444 0.22691 -0.0956 C 0.22587 -0.09676 0.22413 -0.09653 0.22292 -0.09745 C 0.2184 -0.10069 0.21649 -0.10555 0.21146 -0.10764 C 0.2066 -0.11204 0.20156 -0.11389 0.19601 -0.1162 C 0.18507 -0.12616 0.1625 -0.12986 0.15 -0.12986 C 0.14445 -0.13241 0.13872 -0.13426 0.13334 -0.1368 C 0.11198 -0.13449 0.0908 -0.1331 0.07049 -0.12315 C 0.06389 -0.11991 0.05799 -0.11574 0.05122 -0.11273 C 0.04861 -0.11157 0.04358 -0.10949 0.04358 -0.10949 C 0.04219 -0.10833 0.04097 -0.10694 0.03959 -0.10602 C 0.03837 -0.10509 0.03698 -0.10509 0.03577 -0.10417 C 0.02917 -0.0993 0.02396 -0.0919 0.01667 -0.08889 C 0.01528 -0.08773 0.01372 -0.08704 0.01268 -0.08542 C 0.01059 -0.08241 0.01024 -0.07755 0.00764 -0.07523 C 0.00434 -0.07222 0.00261 -0.07106 -5E-6 -0.06667 C -0.00192 -0.06343 -0.00348 -0.05995 -0.00522 -0.05648 C -0.00608 -0.05463 -0.00782 -0.05116 -0.00782 -0.05116 C -0.00921 -0.0456 -0.01147 -0.04143 -0.01286 -0.03588 C -0.0106 -0.02639 -0.00504 -0.01968 -0.00261 -0.01018 C -0.00192 -0.00741 0.00209 3.7037E-6 -5E-6 3.7037E-6 Z " pathEditMode="relative" ptsTypes="fffffffffffffffffffffffffffffffffffffffff">
                                      <p:cBhvr>
                                        <p:cTn id="8" dur="2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7 -0.04561 C 0.00452 -0.05533 0.00018 -0.06459 -0.00729 -0.06783 C -0.01145 -0.07593 -0.01458 -0.08727 -0.02014 -0.09352 C -0.02239 -0.09607 -0.02777 -0.10024 -0.02777 -0.1 C -0.0283 -0.10209 -0.02812 -0.10417 -0.02916 -0.10556 C -0.03003 -0.10672 -0.03177 -0.10625 -0.03298 -0.10718 C -0.03958 -0.11204 -0.04496 -0.11783 -0.05225 -0.12084 C -0.06093 -0.12871 -0.05694 -0.12662 -0.06371 -0.1294 C -0.06961 -0.13473 -0.07743 -0.13681 -0.0842 -0.13959 C -0.09705 -0.15116 -0.11632 -0.16019 -0.13177 -0.16019 C -0.14218 -0.16366 -0.15312 -0.16343 -0.16371 -0.16528 C -0.18298 -0.16412 -0.20104 -0.16204 -0.22014 -0.16019 C -0.23073 -0.1551 -0.24062 -0.15602 -0.25225 -0.1551 C -0.25902 -0.15255 -0.2658 -0.15116 -0.27274 -0.15 C -0.28298 -0.14491 -0.29288 -0.13889 -0.30347 -0.1345 C -0.30729 -0.13102 -0.31111 -0.1294 -0.3151 -0.12593 C -0.31823 -0.11945 -0.32378 -0.11644 -0.32916 -0.11389 C -0.33698 -0.09862 -0.32639 -0.11713 -0.33559 -0.10718 C -0.33767 -0.10487 -0.33871 -0.10116 -0.34062 -0.09862 C -0.34514 -0.09561 -0.34878 -0.09213 -0.35347 -0.09005 C -0.3552 -0.08241 -0.36111 -0.07755 -0.3651 -0.0713 C -0.36823 -0.06621 -0.36996 -0.05973 -0.37274 -0.05417 C -0.37517 -0.04399 -0.37639 -0.03334 -0.37916 -0.02338 C -0.37795 -0.00811 -0.37777 0.00648 -0.37135 0.01944 C -0.36927 0.028 -0.36805 0.02453 -0.35989 0.03819 C -0.35955 0.03541 -0.36076 0.02916 -0.35868 0.02963 C -0.35451 0.03078 -0.35416 0.04189 -0.35086 0.0449 C -0.34114 0.0537 -0.33107 0.06365 -0.32014 0.06898 C -0.3125 0.08379 -0.29878 0.08773 -0.2868 0.09282 C -0.28368 0.09907 -0.28177 0.0993 -0.27656 0.10138 C -0.26701 0.10995 -0.27326 0.10509 -0.25868 0.10833 C -0.23871 0.11666 -0.21788 0.11759 -0.19705 0.12013 C -0.17934 0.12523 -0.18316 0.12338 -0.15468 0.12199 C -0.14288 0.11921 -0.13368 0.1162 -0.12135 0.11504 C -0.11041 0.11226 -0.09878 0.10902 -0.08802 0.10486 C -0.08264 0.10277 -0.07812 0.09861 -0.07274 0.09629 C -0.06649 0.09074 -0.05989 0.08842 -0.05347 0.08263 C -0.04757 0.07731 -0.04409 0.07268 -0.0342 0.0655 C -0.02795 0.05416 -0.01875 0.04791 -0.01111 0.03819 C -0.00885 0.0287 -0.00764 0.01967 -0.00225 0.0125 C 0.00052 0.00231 -0.00225 0.0125 0.00157 -0.00278 C 0.00243 -0.00625 0.00417 -0.0132 0.00417 -0.01297 C 0.00469 -0.01713 0.00556 -0.02107 0.00556 -0.025 C 0.00556 -0.04977 0.00018 -0.05857 0.00677 -0.04561 Z " pathEditMode="relative" rAng="0" ptsTypes="ffffffffffffffffffffffffffffffffffffffffffff">
                                      <p:cBhvr>
                                        <p:cTn id="10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06" y="25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-0.01458 C -0.01024 -0.01666 -0.01042 -0.02083 -0.01545 -0.02291 C -0.02239 -0.02893 -0.02535 -0.02847 -0.03472 -0.02986 C -0.03889 -0.03171 -0.04219 -0.03657 -0.04635 -0.03842 C -0.05017 -0.04004 -0.05399 -0.04189 -0.05781 -0.04352 C -0.06858 -0.05324 -0.08246 -0.05509 -0.09496 -0.05717 C -0.11007 -0.05972 -0.12465 -0.06389 -0.13993 -0.06574 C -0.15469 -0.07199 -0.17986 -0.07014 -0.19375 -0.07083 C -0.2118 -0.0699 -0.22326 -0.07222 -0.23854 -0.06574 C -0.24375 -0.06088 -0.2408 -0.06227 -0.24757 -0.06227 C -0.26389 -0.05532 -0.28177 -0.0574 -0.29878 -0.05555 C -0.30139 -0.04629 -0.30573 -0.04907 -0.31163 -0.04514 C -0.31562 -0.04259 -0.31927 -0.03935 -0.32326 -0.0368 C -0.33003 -0.0324 -0.33802 -0.03171 -0.34496 -0.02824 C -0.35156 -0.025 -0.34809 -0.02708 -0.3566 -0.01967 C -0.3592 -0.01736 -0.36424 -0.01273 -0.36424 -0.0125 C -0.36927 -0.00301 -0.36389 -0.01111 -0.37066 -0.00602 C -0.37326 -0.00393 -0.3783 0.00093 -0.3783 0.00116 C -0.38229 0.01574 -0.37621 -0.00231 -0.38351 0.00764 C -0.3901 0.0169 -0.37847 0.01042 -0.38854 0.01459 C -0.39132 0.02014 -0.39792 0.02639 -0.40278 0.02824 C -0.40364 0.02986 -0.40399 0.03195 -0.40521 0.03334 C -0.40764 0.03611 -0.41302 0.04028 -0.41302 0.04051 C -0.41528 0.04977 -0.41684 0.0588 -0.42448 0.0625 C -0.42743 0.075 -0.42309 0.06019 -0.42969 0.07107 C -0.43055 0.07246 -0.43021 0.07454 -0.4309 0.07616 C -0.43246 0.07963 -0.43785 0.0625 -0.43611 0.08635 C -0.43437 0.08125 -0.43489 0.06922 -0.4309 0.07107 C -0.42691 0.07292 -0.43108 0.08264 -0.43212 0.0882 C -0.43281 0.0919 -0.43507 0.09468 -0.43611 0.09838 C -0.43733 0.11574 -0.44219 0.14167 -0.43472 0.15648 C -0.43281 0.16019 -0.43021 0.16297 -0.4283 0.16667 C -0.42621 0.175 -0.42674 0.18079 -0.42187 0.18727 C -0.42066 0.19236 -0.4191 0.19746 -0.41805 0.20255 C -0.41771 0.2044 -0.41632 0.21598 -0.41545 0.21806 C -0.41458 0.22014 -0.41267 0.2213 -0.41163 0.22315 C -0.40469 0.23519 -0.40642 0.24167 -0.39375 0.24699 C -0.39288 0.24861 -0.39236 0.2507 -0.39114 0.25209 C -0.38611 0.25741 -0.38733 0.24931 -0.38733 0.25903 C -0.37778 0.2551 -0.36927 0.26389 -0.36042 0.2676 C -0.3592 0.26875 -0.35799 0.27014 -0.3566 0.27107 C -0.35538 0.27176 -0.35399 0.27176 -0.35278 0.27269 C -0.34878 0.2757 -0.34549 0.28079 -0.34114 0.28287 C -0.33264 0.28704 -0.32361 0.28982 -0.31545 0.29491 C -0.30799 0.29815 -0.30243 0.30533 -0.29496 0.30857 C -0.28802 0.31482 -0.28212 0.31436 -0.27326 0.31551 C -0.26337 0.31968 -0.2559 0.32107 -0.24496 0.32223 C -0.2309 0.32894 -0.21042 0.33056 -0.19757 0.32917 C -0.19305 0.33056 -0.18906 0.33241 -0.18472 0.33426 C -0.17743 0.33311 -0.17344 0.33195 -0.16684 0.32917 C -0.15156 0.31528 -0.10851 0.32084 -0.10017 0.32061 C -0.08385 0.31598 -0.06753 0.31204 -0.05139 0.30695 C -0.04705 0.30394 -0.04323 0.30047 -0.03854 0.29838 C -0.03611 0.2963 -0.03316 0.29584 -0.0309 0.29329 C -0.0217 0.28287 -0.03333 0.28797 -0.02066 0.28473 C -0.01094 0.27593 -0.00087 0.26945 0.01007 0.26412 C 0.01406 0.24931 0.00799 0.26736 0.01528 0.25741 C 0.02188 0.24815 0.01024 0.25463 0.02031 0.25047 C 0.02431 0.24537 0.02674 0.23843 0.03056 0.23334 C 0.0316 0.23195 0.03333 0.23125 0.03455 0.22986 C 0.03854 0.22547 0.04115 0.21945 0.04479 0.21459 C 0.04514 0.21297 0.04549 0.21111 0.04601 0.20949 C 0.0467 0.20764 0.04809 0.20625 0.04861 0.2044 C 0.05347 0.18889 0.04601 0.2051 0.05243 0.19236 C 0.0533 0.18843 0.05365 0.18403 0.05504 0.18033 C 0.05642 0.17662 0.05903 0.17408 0.06007 0.17014 C 0.06163 0.16436 0.06267 0.15996 0.06528 0.15486 C 0.0691 0.1382 0.06754 0.10324 0.05886 0.08635 C 0.05712 0.0794 0.05521 0.06459 0.05243 0.05903 C 0.05052 0.05533 0.04792 0.05255 0.04601 0.04885 C 0.04445 0.0426 0.04479 0.04561 0.04479 0.04028 C 0.04097 0.03519 0.0375 0.0338 0.03316 0.02986 C 0.03229 0.02824 0.0316 0.02616 0.03056 0.02477 C 0.02951 0.02338 0.02761 0.02315 0.02674 0.02153 C 0.02587 0.02014 0.02622 0.01783 0.02552 0.01621 C 0.02292 0.01065 0.02188 0.01111 0.01788 0.00949 C 0.01528 0.00718 0.01181 0.00602 0.01007 0.00255 C 0.00695 -0.00416 0.00156 -0.01041 -0.00399 -0.01273 C -0.00868 -0.01689 -0.0092 -0.01713 -0.00521 -0.01458 Z " pathEditMode="relative" rAng="0" ptsTypes="fffffffffffffffffffffffffffffffffffffffffffffffffffffffffffffffffffffffffffffff">
                                      <p:cBhvr>
                                        <p:cTn id="12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42" y="1456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4 2.22222E-6 C 0.01164 0.00879 0.01216 0.01551 0.0198 0.01875 C 0.02118 0.01991 0.02275 0.02083 0.02379 0.02222 C 0.02483 0.02361 0.025 0.02592 0.02622 0.02731 C 0.02865 0.03009 0.03403 0.03426 0.03403 0.03449 C 0.04115 0.04907 0.03143 0.03125 0.04045 0.04097 C 0.04167 0.04236 0.04167 0.04491 0.04289 0.04629 C 0.04514 0.04907 0.04809 0.05069 0.0507 0.05301 C 0.05191 0.05416 0.05452 0.05648 0.05452 0.05671 C 0.05816 0.06366 0.06268 0.06759 0.06858 0.07014 C 0.07205 0.07685 0.08021 0.08287 0.08646 0.08541 C 0.09341 0.09143 0.10174 0.09421 0.10955 0.09745 C 0.11181 0.09953 0.12014 0.10602 0.1224 0.10602 C 0.1283 0.10856 0.1323 0.11574 0.13785 0.11805 C 0.14045 0.11921 0.14549 0.12129 0.14549 0.12153 C 0.15243 0.12754 0.16164 0.12708 0.1698 0.12986 C 0.19184 0.13727 0.21372 0.14166 0.23646 0.14352 C 0.2625 0.14815 0.24323 0.14537 0.29427 0.14537 C 0.32049 0.13981 0.3474 0.14166 0.37379 0.13842 C 0.38282 0.13541 0.3915 0.1331 0.4007 0.12986 C 0.4099 0.12199 0.42153 0.12037 0.43143 0.11458 C 0.44688 0.10578 0.46268 0.0993 0.47882 0.09236 C 0.48837 0.08379 0.47622 0.09375 0.48785 0.08727 C 0.49011 0.08588 0.49202 0.08356 0.49427 0.08217 C 0.50295 0.07129 0.51615 0.04884 0.53004 0.04282 C 0.5342 0.0375 0.53438 0.0331 0.53907 0.02916 C 0.54341 0.0206 0.54045 0.02523 0.54931 0.01713 C 0.55191 0.01481 0.55712 0.01018 0.55712 0.01041 C 0.5592 0.00162 0.56198 -0.00394 0.56736 -0.00857 C 0.5691 -0.01551 0.57622 -0.0213 0.57622 -0.02894 C 0.57709 -0.03241 0.57709 -0.03634 0.57882 -0.03935 C 0.58004 -0.04144 0.58247 -0.04121 0.58403 -0.04259 C 0.58559 -0.04398 0.58664 -0.04607 0.58785 -0.04792 C 0.58733 -0.05023 0.58716 -0.05255 0.58646 -0.05463 C 0.58594 -0.05648 0.58403 -0.05764 0.58403 -0.05972 C 0.58403 -0.0669 0.58993 -0.08334 0.59167 -0.09051 C 0.59306 -0.10509 0.59497 -0.1132 0.59289 -0.12824 C 0.59098 -0.14213 0.58264 -0.15672 0.58264 -0.17084 C 0.57917 -0.17755 0.58091 -0.18033 0.575 -0.18287 C 0.57257 -0.19306 0.5717 -0.20209 0.56476 -0.20857 C 0.5632 -0.21435 0.56216 -0.21875 0.55955 -0.22384 C 0.55799 -0.23033 0.5566 -0.24028 0.55191 -0.24445 C 0.54861 -0.24746 0.54688 -0.24861 0.54427 -0.25301 C 0.53889 -0.26204 0.53941 -0.26482 0.53143 -0.26829 C 0.53021 -0.26945 0.52865 -0.27014 0.52761 -0.27176 C 0.52414 -0.27732 0.52813 -0.27685 0.525 -0.27685 C 0.51962 -0.28033 0.51667 -0.28241 0.51337 -0.28889 C 0.51059 -0.30023 0.5165 -0.29213 0.50452 -0.30093 C 0.49202 -0.30417 0.47674 -0.30926 0.46736 -0.3213 C 0.46181 -0.32824 0.46528 -0.32547 0.45816 -0.32824 C 0.45573 -0.32917 0.45052 -0.33148 0.45052 -0.33125 C 0.44688 -0.33496 0.44341 -0.34005 0.43907 -0.3419 C 0.43403 -0.34398 0.42865 -0.34491 0.42379 -0.34699 C 0.41823 -0.35185 0.41337 -0.35371 0.40712 -0.35371 C 0.40504 -0.3544 0.40278 -0.35509 0.4007 -0.35556 C 0.39723 -0.35625 0.39375 -0.35625 0.39045 -0.35718 C 0.37726 -0.36088 0.37014 -0.36713 0.35573 -0.36922 C 0.34445 -0.37292 0.33403 -0.37547 0.3224 -0.37778 C 0.29705 -0.38866 0.31042 -0.38102 0.25452 -0.3794 C 0.24566 -0.3757 0.23681 -0.37408 0.22761 -0.37269 C 0.22205 -0.3706 0.2165 -0.36736 0.21094 -0.36574 C 0.20521 -0.36412 0.20348 -0.36111 0.19427 -0.36065 C 0.2099 -0.36922 0.19809 -0.3625 0.1967 -0.36227 C 0.19167 -0.36134 0.18646 -0.36111 0.18143 -0.36065 C 0.17327 -0.3581 0.16702 -0.35672 0.15834 -0.35556 C 0.15122 -0.35347 0.1448 -0.35139 0.13785 -0.34861 C 0.13525 -0.34769 0.13004 -0.34537 0.13004 -0.34514 C 0.12448 -0.34028 0.12813 -0.34283 0.12118 -0.34005 C 0.11858 -0.33912 0.11337 -0.33681 0.11337 -0.33658 C 0.10712 -0.33102 0.10486 -0.3294 0.09809 -0.32639 C 0.09549 -0.32523 0.09045 -0.32315 0.09045 -0.32292 C 0.08664 -0.31528 0.08507 -0.31713 0.07882 -0.31459 C 0.06736 -0.31759 0.07066 -0.31505 0.06337 -0.30602 C 0.05764 -0.29422 0.06129 -0.29676 0.05452 -0.29398 C 0.05191 -0.29167 0.04931 -0.28935 0.0467 -0.28704 C 0.04549 -0.28588 0.04289 -0.2838 0.04289 -0.28357 C 0.04202 -0.28218 0.04167 -0.27986 0.04045 -0.27871 C 0.0382 -0.27685 0.03264 -0.27523 0.03264 -0.275 C 0.03143 -0.27408 0.03021 -0.27269 0.02882 -0.27176 C 0.02761 -0.27107 0.02622 -0.27107 0.025 -0.27014 C 0.0224 -0.26806 0.01736 -0.2632 0.01736 -0.26297 C 0.01493 -0.2544 0.01719 -0.25023 0.01094 -0.24445 C 0.00799 -0.23334 0.01198 -0.24422 0.00573 -0.2375 C 0.00452 -0.23611 0.00434 -0.2338 0.00313 -0.23241 C 0.00087 -0.22986 -0.00451 -0.2257 -0.00451 -0.22547 C -0.00538 -0.22384 -0.00642 -0.22222 -0.00711 -0.22037 C -0.00764 -0.21875 -0.00764 -0.2169 -0.00833 -0.21528 C -0.00989 -0.21181 -0.01354 -0.20509 -0.01354 -0.20486 C -0.01475 -0.2 -0.01545 -0.19445 -0.01736 -0.18982 C -0.01892 -0.18611 -0.02135 -0.18334 -0.02239 -0.1794 C -0.02395 -0.17361 -0.025 -0.16922 -0.0276 -0.16412 C -0.03333 -0.14005 -0.03073 -0.11273 -0.025 -0.08889 C -0.02378 -0.07454 -0.021 -0.05764 -0.01597 -0.04445 C -0.01389 -0.03912 -0.01198 -0.03496 -0.01093 -0.02894 C -0.01024 -0.025 -0.00868 -0.01343 -0.00711 -0.01019 C -0.00538 -0.00672 -0.00382 -0.00486 -0.00191 2.22222E-6 C -0.00156 -0.00463 -0.0026 -0.00972 -0.00069 -0.01366 C 0.00018 -0.01528 0.00209 -0.01158 0.00313 -0.01019 C 0.00417 -0.0088 0.00504 -0.00695 0.00573 -0.00509 C 0.00903 0.00324 0.01129 0.00393 0.01598 0.01018 " pathEditMode="relative" rAng="0" ptsTypes="fffffffffffffffffffffffffffffffffffffffffffffffffffffffffffffffffffffffffffffffffffffffffffffffffffA">
                                      <p:cBhvr>
                                        <p:cTn id="14" dur="2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4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7 0.00648 C 0.02466 0.01898 0.03924 0.02431 0.05678 0.03125 C 0.06876 0.03588 0.08056 0.04329 0.09271 0.04723 C 0.10487 0.05139 0.11754 0.05139 0.12987 0.0544 C 0.14306 0.05949 0.16806 0.06273 0.18247 0.06273 C 0.18994 0.06621 0.1941 0.0669 0.20296 0.06783 C 0.21407 0.07153 0.21407 0.07107 0.22865 0.06945 C 0.26077 0.07246 0.29115 0.07223 0.32344 0.0713 C 0.33594 0.06598 0.32205 0.07153 0.35174 0.06783 C 0.36164 0.0669 0.36945 0.05949 0.37865 0.05556 C 0.38594 0.04861 0.39584 0.05023 0.40435 0.04815 C 0.41389 0.04422 0.42518 0.04329 0.43507 0.04236 C 0.44063 0.03935 0.44619 0.03912 0.45174 0.03635 C 0.45886 0.03449 0.4658 0.03033 0.47344 0.03033 C 0.4816 0.02408 0.48959 0.02153 0.49792 0.01574 C 0.50105 0.01459 0.50348 0.01065 0.50678 0.00996 C 0.50799 0.00949 0.52101 0.00648 0.52223 0.00648 C 0.52796 0.00278 0.53473 0.00255 0.54011 -0.00139 C 0.55122 -0.00972 0.56112 -0.01898 0.57344 -0.02523 C 0.57848 -0.03032 0.58247 -0.0375 0.58768 -0.04236 C 0.5915 -0.04583 0.59584 -0.04722 0.59914 -0.05162 C 0.604 -0.05902 0.60122 -0.05578 0.60678 -0.05902 C 0.61233 -0.06643 0.61667 -0.07523 0.62223 -0.08078 C 0.63039 -0.0912 0.62987 -0.08703 0.63507 -0.09537 C 0.64132 -0.1044 0.64636 -0.11504 0.65435 -0.12176 C 0.65799 -0.1294 0.66285 -0.13727 0.66841 -0.14236 C 0.67136 -0.15 0.67587 -0.15602 0.67865 -0.16273 C 0.68438 -0.17801 0.69393 -0.2037 0.70296 -0.21574 C 0.7066 -0.22986 0.71355 -0.24004 0.71702 -0.2544 C 0.71806 -0.25833 0.71823 -0.2625 0.71962 -0.26527 C 0.72101 -0.26898 0.72483 -0.27569 0.72483 -0.27546 C 0.72639 -0.28402 0.729 -0.2919 0.73126 -0.3 C 0.7316 -0.30972 0.73178 -0.32037 0.73247 -0.33032 C 0.73282 -0.3368 0.73716 -0.3419 0.73768 -0.34745 C 0.73837 -0.35486 0.73768 -0.36227 0.73768 -0.36967 C 0.73976 -0.39953 0.73872 -0.43565 0.73126 -0.46458 C 0.72952 -0.4706 0.72882 -0.47893 0.72605 -0.48495 C 0.72344 -0.48935 0.72223 -0.49606 0.71841 -0.49953 C 0.71372 -0.5037 0.71528 -0.50139 0.7132 -0.5074 C 0.71615 -0.5081 0.72014 -0.50833 0.72223 -0.51157 C 0.72327 -0.51365 0.72066 -0.51574 0.71962 -0.51759 C 0.71598 -0.52176 0.71251 -0.5243 0.70938 -0.53032 C 0.7073 -0.54004 0.70573 -0.54838 0.70174 -0.55648 C 0.69966 -0.56666 0.69757 -0.57083 0.69271 -0.57893 C 0.69167 -0.57986 0.69132 -0.58194 0.69011 -0.58333 C 0.68785 -0.58588 0.68247 -0.59004 0.68247 -0.58981 C 0.67726 -0.60139 0.67396 -0.61203 0.66702 -0.62083 C 0.66494 -0.63032 0.65869 -0.63865 0.65174 -0.64166 C 0.64757 -0.64514 0.64566 -0.65 0.6415 -0.65416 C 0.63768 -0.66111 0.63195 -0.66319 0.62744 -0.66875 C 0.62084 -0.67754 0.61285 -0.68565 0.60435 -0.68981 C 0.59914 -0.69606 0.59827 -0.69398 0.59271 -0.69791 C 0.59011 -0.7 0.58507 -0.70463 0.58507 -0.7044 C 0.58212 -0.71065 0.58004 -0.71435 0.57483 -0.71666 C 0.57362 -0.71782 0.57205 -0.71875 0.57101 -0.72037 C 0.56997 -0.72152 0.56962 -0.72384 0.56841 -0.72523 C 0.56424 -0.72986 0.55764 -0.73657 0.55296 -0.74051 C 0.54792 -0.75046 0.53889 -0.75393 0.53126 -0.75949 C 0.51928 -0.76828 0.52796 -0.76481 0.51841 -0.76782 C 0.51407 -0.77176 0.51546 -0.77129 0.51077 -0.77338 C 0.50816 -0.7743 0.50296 -0.77639 0.50296 -0.77615 C 0.4981 -0.78102 0.49289 -0.78333 0.48768 -0.7868 C 0.4823 -0.79027 0.47761 -0.79514 0.47223 -0.79861 C 0.46216 -0.80532 0.44983 -0.80879 0.43889 -0.81065 C 0.43004 -0.81435 0.42136 -0.82315 0.41198 -0.8243 C 0.40469 -0.82523 0.3974 -0.82546 0.39011 -0.82615 C 0.38334 -0.82824 0.37657 -0.82986 0.36962 -0.83125 C 0.34792 -0.84051 0.32275 -0.8375 0.30035 -0.84143 C 0.27796 -0.83935 0.26025 -0.83287 0.23768 -0.83287 C 0.23247 -0.83495 0.22726 -0.83727 0.22223 -0.83981 C 0.20764 -0.83912 0.19323 -0.83889 0.17865 -0.83796 C 0.16476 -0.83703 0.15018 -0.83171 0.13629 -0.8294 C 0.12032 -0.82268 0.104 -0.82014 0.08768 -0.81574 C 0.0823 -0.81435 0.07761 -0.81065 0.07223 -0.80902 C 0.06754 -0.80764 0.06285 -0.80717 0.05816 -0.80555 C 0.05556 -0.80463 0.05261 -0.80416 0.05035 -0.80208 C 0.04775 -0.79977 0.04566 -0.79629 0.04271 -0.79537 C 0.02969 -0.79166 0.01719 -0.78449 0.00434 -0.78009 C -0.00538 -0.76782 0.00555 -0.78009 -0.00347 -0.77338 C -0.00729 -0.77037 -0.01407 -0.76111 -0.01875 -0.75949 C -0.02518 -0.7574 -0.02223 -0.75856 -0.02778 -0.75602 C -0.03681 -0.74768 -0.0441 -0.73842 -0.05469 -0.73379 C -0.05903 -0.72986 -0.0573 -0.73171 -0.0599 -0.7287 C -0.0698 -0.72384 -0.07935 -0.71852 -0.08924 -0.71342 C -0.09063 -0.71157 -0.09185 -0.70972 -0.09323 -0.7081 C -0.09566 -0.70555 -0.10087 -0.70115 -0.10087 -0.70092 C -0.10816 -0.6868 -0.11962 -0.67546 -0.13039 -0.66527 C -0.13629 -0.65416 -0.13282 -0.6574 -0.13924 -0.65208 C -0.14185 -0.6419 -0.13855 -0.65023 -0.14445 -0.6449 C -0.14862 -0.64143 -0.15174 -0.63495 -0.15591 -0.63125 C -0.15834 -0.62916 -0.16129 -0.62824 -0.16372 -0.62615 C -0.16632 -0.61481 -0.16615 -0.60416 -0.17396 -0.59745 C -0.17535 -0.59444 -0.18039 -0.58912 -0.18039 -0.58703 C -0.1816 -0.58518 -0.18438 -0.57916 -0.18542 -0.57685 C -0.18785 -0.57083 -0.1875 -0.56458 -0.19063 -0.55856 C -0.19202 -0.55139 -0.1974 -0.54213 -0.20087 -0.53819 C -0.20261 -0.52986 -0.204 -0.52384 -0.2073 -0.51759 C -0.20921 -0.50949 -0.21094 -0.50162 -0.21372 -0.49514 C -0.21511 -0.48495 -0.21841 -0.47523 -0.22014 -0.46527 C -0.22049 -0.46296 -0.22084 -0.46088 -0.22136 -0.45856 C -0.22171 -0.45694 -0.22257 -0.4544 -0.22257 -0.45416 C -0.22448 -0.44606 -0.22605 -0.43865 -0.22778 -0.43194 C -0.22969 -0.40625 -0.23021 -0.38055 -0.22518 -0.35694 C -0.22379 -0.34236 -0.22396 -0.34884 -0.22396 -0.33889 C -0.22344 -0.32453 -0.22362 -0.31018 -0.22257 -0.29606 C -0.2224 -0.29259 -0.22014 -0.28588 -0.22014 -0.28565 C -0.21928 -0.27615 -0.21875 -0.26412 -0.21494 -0.25509 C -0.20921 -0.24259 -0.20209 -0.23055 -0.19566 -0.21828 C -0.19445 -0.21203 -0.18924 -0.20208 -0.18924 -0.20185 C -0.18716 -0.19375 -0.18525 -0.18865 -0.179 -0.18565 C -0.17813 -0.18333 -0.18959 -0.19861 -0.17657 -0.18078 C -0.179 -0.19375 -0.17709 -0.18356 -0.17136 -0.17824 C -0.17049 -0.17754 -0.17379 -0.17824 -0.16875 -0.17338 C -0.17049 -0.17338 -0.1731 -0.17338 -0.17396 -0.17222 C -0.17466 -0.16944 -0.17205 -0.16898 -0.17136 -0.1662 C -0.16823 -0.15764 -0.16459 -0.14791 -0.1573 -0.14467 C -0.15035 -0.13125 -0.15938 -0.14768 -0.15087 -0.13634 C -0.14983 -0.13402 -0.14948 -0.1324 -0.14827 -0.13125 C -0.14601 -0.12847 -0.14063 -0.1243 -0.14063 -0.12407 C -0.13768 -0.11736 -0.1356 -0.11389 -0.13039 -0.11203 C -0.12778 -0.10926 -0.12483 -0.10787 -0.12257 -0.10463 C -0.11997 -0.10115 -0.11789 -0.09722 -0.11494 -0.09537 C -0.10712 -0.0875 -0.09913 -0.08032 -0.09185 -0.07222 C -0.09046 -0.07106 -0.08959 -0.06852 -0.08803 -0.06713 C -0.07796 -0.05902 -0.09063 -0.07453 -0.08038 -0.06296 C -0.079 -0.06041 -0.07813 -0.05879 -0.07657 -0.05764 C -0.07414 -0.05486 -0.06875 -0.0544 -0.06875 -0.05416 C -0.06233 -0.04768 -0.06112 -0.0456 -0.05348 -0.04236 C -0.05226 -0.0412 -0.05105 -0.03889 -0.04966 -0.03842 C -0.04843 -0.03796 -0.04688 -0.03819 -0.04566 -0.03727 C -0.0441 -0.03495 -0.04341 -0.03356 -0.04185 -0.03125 C -0.03178 -0.02222 -0.04445 -0.03842 -0.03421 -0.02615 C -0.02674 -0.01805 -0.03455 -0.02245 -0.02257 -0.01412 C -0.01841 -0.01134 -0.01407 -0.00995 -0.00989 -0.00717 C -0.00434 -0.00463 -0.00034 0.00209 0.00555 0.00371 C 0.00677 0.00579 0.01928 0.01459 0.00937 0.00648 Z " pathEditMode="relative" rAng="0" ptsTypes="ffffffffffffffffffffffffffffffffffffffffffffffffffffffffffffffffffffffffffffffffffffffffffffffffffffffffffffffffffffffffffffffffffffffff">
                                      <p:cBhvr>
                                        <p:cTn id="16" dur="2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31" y="-3909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7 -0.00694 C -0.00625 -0.00856 -0.00469 -0.00995 -0.00365 -0.01204 C -0.00295 -0.01342 -0.00312 -0.01574 -0.00226 -0.01713 C -0.00017 -0.0206 0.00295 -0.02245 0.00538 -0.02569 C 0.00694 -0.03148 0.00799 -0.03588 0.01059 -0.04097 C 0.01372 -0.05856 0.01441 -0.07778 0.01563 -0.09583 C 0.01545 -0.10347 0.02101 -0.1581 0.00677 -0.17106 C 0.00503 -0.17731 0.0059 -0.17454 0.00417 -0.1794 C 0.00208 -0.18796 0.00069 -0.19259 -0.00226 -0.2 C -0.00503 -0.20694 -0.00538 -0.21412 -0.00868 -0.2206 C -0.00903 -0.22292 -0.0092 -0.22523 -0.0099 -0.22731 C -0.01128 -0.23102 -0.0151 -0.23773 -0.0151 -0.2375 C -0.01684 -0.24514 -0.0217 -0.25208 -0.02656 -0.25648 C -0.02917 -0.2662 -0.02604 -0.25717 -0.03177 -0.26667 C -0.03472 -0.27153 -0.03594 -0.27801 -0.03941 -0.28217 C -0.04167 -0.28495 -0.04722 -0.28889 -0.04722 -0.28866 C -0.04983 -0.29421 -0.05312 -0.30092 -0.05868 -0.30092 C -0.06285 -0.30486 -0.06406 -0.30903 -0.06892 -0.31111 C -0.07101 -0.31852 -0.07691 -0.32384 -0.08177 -0.32824 C -0.08976 -0.34375 -0.07899 -0.325 -0.08819 -0.33495 C -0.09635 -0.34375 -0.08524 -0.33796 -0.09462 -0.3419 C -0.09722 -0.34421 -0.10052 -0.34537 -0.10226 -0.34884 C -0.10312 -0.35046 -0.10365 -0.35278 -0.10486 -0.35393 C -0.1059 -0.35509 -0.10747 -0.35509 -0.10868 -0.35555 C -0.11528 -0.36157 -0.12396 -0.36088 -0.13177 -0.36412 C -0.14271 -0.37407 -0.15017 -0.37755 -0.1625 -0.38287 C -0.1724 -0.3919 -0.18681 -0.39583 -0.19844 -0.4 C -0.20365 -0.40185 -0.20868 -0.40555 -0.21389 -0.40694 C -0.2283 -0.41065 -0.21059 -0.40648 -0.23299 -0.41018 C -0.23559 -0.41065 -0.2408 -0.41204 -0.2408 -0.4118 C -0.25226 -0.4169 -0.26354 -0.42222 -0.27535 -0.42569 C -0.27969 -0.42963 -0.28299 -0.43079 -0.28819 -0.43241 C -0.28993 -0.43194 -0.29219 -0.43264 -0.29323 -0.43079 C -0.2941 -0.4294 -0.29149 -0.42731 -0.29201 -0.42569 C -0.29253 -0.42407 -0.29462 -0.42454 -0.29583 -0.42384 C -0.30868 -0.43518 -0.30052 -0.43055 -0.32153 -0.43241 C -0.34965 -0.43148 -0.37031 -0.42917 -0.39722 -0.42731 C -0.40694 -0.42315 -0.41788 -0.42338 -0.42795 -0.42222 C -0.44271 -0.41852 -0.45781 -0.41667 -0.47274 -0.41366 C -0.48403 -0.41134 -0.49462 -0.40555 -0.50608 -0.40347 C -0.51146 -0.40092 -0.51823 -0.39653 -0.52413 -0.39653 C -0.53819 -0.39444 -0.55295 -0.38935 -0.56632 -0.38287 C -0.56927 -0.37708 -0.57153 -0.37477 -0.57656 -0.37268 C -0.58385 -0.3662 -0.59132 -0.35741 -0.59965 -0.35393 C -0.60434 -0.34977 -0.61354 -0.34421 -0.61892 -0.3419 C -0.62778 -0.3338 -0.62396 -0.33704 -0.63056 -0.33171 C -0.63212 -0.325 -0.63368 -0.32199 -0.63819 -0.31805 C -0.63906 -0.3162 -0.63958 -0.31412 -0.6408 -0.31273 C -0.64184 -0.31157 -0.64375 -0.31227 -0.64462 -0.31111 C -0.65139 -0.30208 -0.63941 -0.3088 -0.64965 -0.3044 C -0.65451 -0.29444 -0.64948 -0.30231 -0.65608 -0.29745 C -0.65885 -0.29537 -0.66389 -0.29051 -0.66389 -0.29028 C -0.66528 -0.28449 -0.67135 -0.27708 -0.67535 -0.27361 C -0.68073 -0.26273 -0.69115 -0.25648 -0.69583 -0.24444 C -0.70087 -0.23148 -0.70122 -0.21574 -0.70747 -0.20347 C -0.7099 -0.19305 -0.71198 -0.18194 -0.71632 -0.17268 C -0.71736 -0.16319 -0.71753 -0.15648 -0.72153 -0.14884 C -0.72292 -0.14305 -0.72205 -0.15903 -0.72274 -0.1419 C -0.72604 -0.13542 -0.72743 -0.1287 -0.72917 -0.1213 C -0.72882 -0.10995 -0.72865 -0.09861 -0.72795 -0.08727 C -0.72743 -0.0787 -0.72413 -0.07222 -0.72413 -0.06319 C -0.7217 -0.05417 -0.71997 -0.04491 -0.71771 -0.03588 C -0.71632 -0.03032 -0.71389 -0.02616 -0.7125 -0.0206 C -0.71024 -0.01157 -0.70885 -0.00278 -0.70486 0.00509 C -0.70191 0.01759 -0.70625 0.00208 -0.69965 0.01528 C -0.69896 0.0169 -0.69913 0.01898 -0.69844 0.0206 C -0.69601 0.02732 -0.69566 0.02454 -0.69201 0.03079 C -0.6875 0.03866 -0.68628 0.04421 -0.68056 0.04954 C -0.67969 0.05116 -0.67899 0.05324 -0.67795 0.05463 C -0.67691 0.05602 -0.67517 0.05648 -0.67413 0.0581 C -0.67326 0.05949 -0.67378 0.06181 -0.67274 0.0632 C -0.6651 0.07338 -0.67153 0.0581 -0.66771 0.06829 C -0.66719 0.0706 -0.66753 0.07338 -0.66632 0.07523 C -0.66545 0.07662 -0.66372 0.07616 -0.6625 0.07685 C -0.6526 0.08333 -0.66441 0.07778 -0.65486 0.08195 C -0.65399 0.0838 -0.65347 0.08588 -0.65226 0.08727 C -0.65122 0.08843 -0.64931 0.08773 -0.64844 0.08889 C -0.64757 0.09005 -0.64774 0.09236 -0.64722 0.09398 C -0.64497 0.10023 -0.64167 0.10232 -0.63698 0.10417 C -0.63142 0.10903 -0.62795 0.11505 -0.62153 0.11783 C -0.62118 0.11968 -0.62153 0.12199 -0.62031 0.12315 C -0.61806 0.12523 -0.6125 0.12639 -0.6125 0.12662 C -0.60486 0.13704 -0.59392 0.14144 -0.58437 0.14861 C -0.57587 0.15509 -0.56701 0.16181 -0.55747 0.16574 C -0.54965 0.17269 -0.53733 0.17778 -0.52795 0.17778 C -0.52743 0.17801 -0.52066 0.18079 -0.52031 0.18125 C -0.51927 0.18264 -0.51979 0.18495 -0.51892 0.18634 C -0.51701 0.18958 -0.51406 0.19028 -0.51128 0.19144 C -0.50503 0.19722 -0.49792 0.19815 -0.4908 0.20162 C -0.47135 0.21111 -0.44983 0.21065 -0.42795 0.21528 C -0.42135 0.20972 -0.41806 0.21574 -0.41128 0.21713 C -0.40243 0.21898 -0.39427 0.21945 -0.38559 0.22222 C -0.35712 0.21945 -0.33611 0.21806 -0.30486 0.21713 C -0.29983 0.21644 -0.29028 0.21574 -0.28437 0.21366 C -0.28177 0.21273 -0.27934 0.21042 -0.27656 0.21019 C -0.26753 0.20972 -0.25868 0.20903 -0.24965 0.20857 C -0.23941 0.20486 -0.22917 0.2044 -0.21892 0.2 C -0.21267 0.19421 -0.20451 0.19306 -0.19722 0.18982 C -0.18281 0.18357 -0.20417 0.19329 -0.18941 0.18449 C -0.18576 0.18241 -0.1816 0.18148 -0.17795 0.1794 C -0.17309 0.17662 -0.16892 0.17477 -0.16389 0.17269 C -0.16128 0.17153 -0.15608 0.16921 -0.15608 0.16945 C -0.15035 0.16389 -0.14358 0.16204 -0.13698 0.15903 C -0.13437 0.15787 -0.12917 0.15556 -0.12917 0.15579 C -0.12274 0.14977 -0.11649 0.14213 -0.1099 0.13681 C -0.10694 0.13056 -0.10417 0.13033 -0.09965 0.12639 C -0.09635 0.11921 -0.09444 0.11968 -0.08819 0.11968 C -0.08125 0.11042 -0.08021 0.11134 -0.07031 0.10949 C -0.06528 0.10509 -0.0592 0.10324 -0.05486 0.09745 C -0.05 0.09097 -0.0526 0.09375 -0.04722 0.08889 C -0.04549 0.08264 -0.04635 0.08357 -0.04201 0.0787 C -0.0408 0.07732 -0.03872 0.07708 -0.03819 0.07523 C -0.03733 0.07153 -0.03819 0.06713 -0.03819 0.0632 C -0.02934 0.0463 0.0092 -0.01227 0.0092 -0.04954 L 0.00538 -0.03426 L 0.00417 -0.00694 " pathEditMode="relative" rAng="0" ptsTypes="fffffffffffffffffffffffffffffffffffffffffffffffffffffffffffffffffffffffffffffffffffffffffffffffffffffffffffffffffAAA">
                                      <p:cBhvr>
                                        <p:cTn id="18" dur="2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670" y="-995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206 C 0.01597 0.00486 0.00156 0.04167 0.00903 0.05648 C 0.01146 0.06644 0.01632 0.07477 0.02188 0.08218 C 0.02413 0.0919 0.02674 0.10046 0.03333 0.10602 C 0.03715 0.11343 0.04132 0.11945 0.04497 0.12662 C 0.04757 0.1375 0.04392 0.12708 0.05 0.13357 C 0.05122 0.13495 0.05156 0.13727 0.05261 0.13866 C 0.05365 0.14005 0.05521 0.14074 0.05642 0.1419 C 0.06111 0.15139 0.06649 0.15903 0.07188 0.16759 C 0.07604 0.17408 0.07274 0.17176 0.0783 0.17801 C 0.08386 0.18426 0.09115 0.18866 0.09618 0.19491 C 0.09913 0.20093 0.10278 0.21111 0.10781 0.21551 C 0.11337 0.22037 0.12101 0.22083 0.12691 0.2257 C 0.12778 0.22732 0.12847 0.2294 0.12951 0.23079 C 0.13056 0.23218 0.13229 0.23264 0.13333 0.23426 C 0.14167 0.24722 0.13455 0.24306 0.14236 0.2463 C 0.14722 0.2507 0.1533 0.2507 0.15781 0.25486 C 0.15903 0.25602 0.16024 0.25741 0.16163 0.25833 C 0.16406 0.25972 0.16927 0.26158 0.16927 0.26181 C 0.17465 0.26644 0.17865 0.27107 0.18472 0.27361 C 0.1934 0.28148 0.18941 0.2794 0.19618 0.28218 C 0.2033 0.28866 0.20521 0.28912 0.21285 0.29236 C 0.22969 0.30764 0.25208 0.31296 0.27188 0.31806 C 0.28594 0.32153 0.29913 0.3294 0.31285 0.33357 C 0.3217 0.33634 0.33281 0.33611 0.34115 0.33681 C 0.35625 0.3382 0.37083 0.34074 0.38594 0.3419 C 0.39601 0.34537 0.40642 0.34607 0.41667 0.34722 C 0.42552 0.35 0.42014 0.34884 0.43333 0.34884 C 0.44826 0.34653 0.46337 0.34607 0.4783 0.34375 C 0.49913 0.33611 0.51754 0.33611 0.53976 0.33519 C 0.55017 0.33357 0.55938 0.32986 0.56927 0.32662 C 0.57969 0.32315 0.58837 0.32107 0.5974 0.31296 C 0.60486 0.29838 0.61493 0.29607 0.62691 0.29236 C 0.63559 0.28982 0.6441 0.28588 0.65261 0.28218 C 0.65677 0.27847 0.66076 0.27755 0.66545 0.27523 C 0.66667 0.27361 0.66771 0.2713 0.66927 0.27014 C 0.6717 0.26852 0.67691 0.2669 0.67691 0.26713 C 0.68386 0.26088 0.68837 0.2581 0.69618 0.25486 C 0.6974 0.2537 0.69861 0.25208 0.7 0.25139 C 0.70156 0.25046 0.70521 0.24977 0.70521 0.25 C 0.71042 0.24514 0.71563 0.24398 0.72049 0.23773 C 0.72535 0.23148 0.72691 0.22361 0.73333 0.2206 C 0.73733 0.21528 0.7408 0.21273 0.74618 0.21042 C 0.74879 0.20695 0.75191 0.20417 0.75382 0.20023 C 0.75469 0.19838 0.75521 0.1963 0.75642 0.19491 C 0.75747 0.19375 0.75903 0.19375 0.76024 0.19329 C 0.76389 0.18611 0.7691 0.18241 0.77448 0.17801 C 0.77813 0.17014 0.77986 0.16204 0.78472 0.15579 C 0.7875 0.14398 0.78368 0.15648 0.78976 0.14722 C 0.80017 0.13148 0.79011 0.14097 0.79879 0.13357 C 0.80104 0.12361 0.79896 0.12963 0.80781 0.11806 C 0.80903 0.11644 0.81163 0.11296 0.81163 0.1132 C 0.81285 0.10579 0.81424 0.10255 0.81806 0.09745 C 0.825 0.09445 0.81979 0.09699 0.8257 0.08727 C 0.82587 0.08658 0.82951 0.06574 0.83073 0.06343 C 0.83247 0.05995 0.83594 0.05301 0.83594 0.05324 C 0.83681 0.04144 0.83629 0.03195 0.84115 0.02245 C 0.84288 0.01227 0.84497 0.00162 0.8474 -0.00833 C 0.84705 -0.02824 0.84688 -0.04838 0.84618 -0.06829 C 0.84601 -0.07361 0.84358 -0.08356 0.84358 -0.08333 C 0.84549 -0.09537 0.8467 -0.0963 0.84358 -0.10764 C 0.84288 -0.12523 0.84323 -0.16088 0.82951 -0.17245 C 0.82813 -0.17801 0.82309 -0.18796 0.82309 -0.18773 C 0.82014 -0.20023 0.82448 -0.18611 0.81806 -0.19653 C 0.81719 -0.19792 0.81736 -0.2 0.81667 -0.20162 C 0.81302 -0.21042 0.80886 -0.21991 0.80261 -0.22546 C 0.80017 -0.23495 0.8 -0.23889 0.79358 -0.24421 C 0.79063 -0.25741 0.79497 -0.24213 0.78854 -0.25278 C 0.78472 -0.25903 0.78802 -0.26065 0.78073 -0.26643 C 0.77795 -0.27245 0.77622 -0.27639 0.77188 -0.28032 C 0.76892 -0.29143 0.76372 -0.29606 0.75642 -0.30255 C 0.75382 -0.30486 0.74879 -0.30926 0.74879 -0.30903 C 0.74531 -0.3162 0.74011 -0.31805 0.73472 -0.32292 C 0.73333 -0.32407 0.74149 -0.31921 0.73073 -0.32639 C 0.73247 -0.32917 0.73542 -0.33125 0.73594 -0.33495 C 0.73611 -0.3368 0.73333 -0.33588 0.73212 -0.33657 C 0.73073 -0.3375 0.72969 -0.33935 0.7283 -0.34005 C 0.72257 -0.34282 0.72274 -0.34005 0.71806 -0.34352 C 0.71545 -0.34537 0.70955 -0.35092 0.70642 -0.3537 C 0.70521 -0.35486 0.70261 -0.35717 0.70261 -0.35694 C 0.69844 -0.36551 0.69132 -0.36852 0.68472 -0.37245 C 0.68212 -0.37384 0.67691 -0.37592 0.67691 -0.37569 C 0.67309 -0.3794 0.66945 -0.37986 0.66545 -0.38287 C 0.66146 -0.38588 0.65816 -0.3912 0.65382 -0.39305 C 0.63889 -0.3993 0.62413 -0.40671 0.60903 -0.4118 C 0.59132 -0.41782 0.57413 -0.42639 0.55642 -0.43241 C 0.55139 -0.43403 0.54618 -0.43842 0.54115 -0.43912 C 0.51198 -0.44305 0.52396 -0.4412 0.50521 -0.44421 C 0.49063 -0.45139 0.45625 -0.44907 0.44497 -0.44954 C 0.44323 -0.45 0.43976 -0.45116 0.43976 -0.45092 C 0.42899 -0.45393 0.42431 -0.45509 0.41163 -0.45625 C 0.39479 -0.46018 0.38629 -0.45926 0.36667 -0.4581 C 0.36215 -0.45671 0.35608 -0.45324 0.35139 -0.45278 C 0.34288 -0.45185 0.3342 -0.45185 0.3257 -0.45116 C 0.32136 -0.45069 0.31719 -0.45 0.31285 -0.44954 C 0.30365 -0.44514 0.29774 -0.44375 0.28715 -0.44259 C 0.28333 -0.44097 0.27951 -0.43912 0.2757 -0.4375 C 0.27136 -0.43356 0.26788 -0.43264 0.26285 -0.43055 C 0.26024 -0.42963 0.25521 -0.42731 0.25521 -0.42708 C 0.24705 -0.41991 0.25521 -0.42616 0.23854 -0.42199 C 0.23247 -0.4206 0.22517 -0.41782 0.21927 -0.41528 C 0.20972 -0.40671 0.20191 -0.40116 0.19115 -0.39653 C 0.18229 -0.38866 0.18629 -0.39074 0.17951 -0.38796 C 0.17205 -0.38125 0.16406 -0.37963 0.15642 -0.3743 C 0.15156 -0.37106 0.14861 -0.3662 0.14358 -0.36389 C 0.13576 -0.35347 0.12379 -0.35092 0.11545 -0.34167 C 0.11042 -0.33611 0.10608 -0.32731 0.1 -0.32477 C 0.0974 -0.3213 0.09549 -0.31713 0.09236 -0.31435 C 0.08976 -0.31204 0.08472 -0.30764 0.08472 -0.30741 C 0.08316 -0.30208 0.08472 -0.30255 0.08212 -0.30255 C 0.07604 -0.29051 0.07188 -0.28333 0.06285 -0.275 C 0.06198 -0.27338 0.06146 -0.2713 0.06024 -0.26991 C 0.05799 -0.26736 0.05261 -0.26319 0.05261 -0.26296 C 0.05174 -0.26157 0.05104 -0.25972 0.05 -0.2581 C 0.04879 -0.25625 0.04722 -0.25463 0.04618 -0.25278 C 0.04167 -0.24491 0.04045 -0.23935 0.03472 -0.23403 C 0.03264 -0.22639 0.0283 -0.22083 0.0257 -0.21366 C 0.02344 -0.20764 0.02205 -0.20208 0.01927 -0.19653 C 0.01528 -0.18009 0.02205 -0.20532 0.01406 -0.18611 C 0.01285 -0.1831 0.0132 -0.17893 0.01163 -0.17592 C 0.01076 -0.1743 0.0099 -0.17245 0.00903 -0.17083 C 0.00695 -0.16204 0.00573 -0.15185 0.00261 -0.14352 C 0.00191 -0.14167 0.00017 -0.14051 -8.33333E-7 -0.13842 C -0.00069 -0.13333 -8.33333E-7 -0.12801 -8.33333E-7 -0.12292 C -0.00156 -0.09305 -0.00174 -0.10787 -0.00503 -0.08866 C -0.0059 -0.07523 -0.00608 -0.06643 -0.00885 -0.05463 C -0.00851 -0.04329 -0.00885 -0.02014 -0.00642 -0.00509 C -0.00486 0.00394 0.00295 0.01134 0.00382 0.0206 C 0.00451 0.02685 0.00382 0.0331 0.00382 0.03935 " pathEditMode="relative" rAng="0" ptsTypes="ffffffffffffffffffffffffffffffffffffffffffffffffffffffffffffffffffffffffffffffffffffffffffffffffffffffffffffffffffffffffffffffffA">
                                      <p:cBhvr>
                                        <p:cTn id="20" dur="2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27" y="-7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IMRAN</cp:lastModifiedBy>
  <cp:revision>23</cp:revision>
  <dcterms:created xsi:type="dcterms:W3CDTF">2025-11-03T11:56:59Z</dcterms:created>
  <dcterms:modified xsi:type="dcterms:W3CDTF">2025-11-08T17:20:19Z</dcterms:modified>
</cp:coreProperties>
</file>