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8C8D-DB8B-4F17-AF66-419ECADF1D7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3ECD7-BDB1-483D-837D-0562FC5B4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283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8C8D-DB8B-4F17-AF66-419ECADF1D7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3ECD7-BDB1-483D-837D-0562FC5B4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294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8C8D-DB8B-4F17-AF66-419ECADF1D7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3ECD7-BDB1-483D-837D-0562FC5B4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695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8C8D-DB8B-4F17-AF66-419ECADF1D7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3ECD7-BDB1-483D-837D-0562FC5B4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88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8C8D-DB8B-4F17-AF66-419ECADF1D7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3ECD7-BDB1-483D-837D-0562FC5B4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97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8C8D-DB8B-4F17-AF66-419ECADF1D7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3ECD7-BDB1-483D-837D-0562FC5B4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574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8C8D-DB8B-4F17-AF66-419ECADF1D7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3ECD7-BDB1-483D-837D-0562FC5B4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138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8C8D-DB8B-4F17-AF66-419ECADF1D7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3ECD7-BDB1-483D-837D-0562FC5B4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74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8C8D-DB8B-4F17-AF66-419ECADF1D7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3ECD7-BDB1-483D-837D-0562FC5B4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22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8C8D-DB8B-4F17-AF66-419ECADF1D7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3ECD7-BDB1-483D-837D-0562FC5B4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618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8C8D-DB8B-4F17-AF66-419ECADF1D7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3ECD7-BDB1-483D-837D-0562FC5B4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27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58C8D-DB8B-4F17-AF66-419ECADF1D7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3ECD7-BDB1-483D-837D-0562FC5B4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67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6" Type="http://schemas.microsoft.com/office/2007/relationships/hdphoto" Target="../media/hdphoto5.wdp"/><Relationship Id="rId5" Type="http://schemas.openxmlformats.org/officeDocument/2006/relationships/image" Target="../media/image7.png"/><Relationship Id="rId4" Type="http://schemas.microsoft.com/office/2007/relationships/hdphoto" Target="../media/hdphoto4.wdp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9.wdp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6" Type="http://schemas.microsoft.com/office/2007/relationships/hdphoto" Target="../media/hdphoto8.wdp"/><Relationship Id="rId5" Type="http://schemas.openxmlformats.org/officeDocument/2006/relationships/image" Target="../media/image11.png"/><Relationship Id="rId4" Type="http://schemas.microsoft.com/office/2007/relationships/hdphoto" Target="../media/hdphoto7.wdp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12.wdp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Relationship Id="rId6" Type="http://schemas.microsoft.com/office/2007/relationships/hdphoto" Target="../media/hdphoto11.wdp"/><Relationship Id="rId5" Type="http://schemas.openxmlformats.org/officeDocument/2006/relationships/image" Target="../media/image15.png"/><Relationship Id="rId4" Type="http://schemas.microsoft.com/office/2007/relationships/hdphoto" Target="../media/hdphoto10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8000" r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188" b="95938" l="2509" r="97584">
                        <a14:backgroundMark x1="94703" y1="59062" x2="94703" y2="59062"/>
                        <a14:backgroundMark x1="94703" y1="59062" x2="94703" y2="59062"/>
                        <a14:backgroundMark x1="92658" y1="59062" x2="62918" y2="59062"/>
                        <a14:backgroundMark x1="62918" y1="59062" x2="61338" y2="805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255" y="2590800"/>
            <a:ext cx="2743201" cy="4267200"/>
          </a:xfrm>
          <a:prstGeom prst="rect">
            <a:avLst/>
          </a:prstGeom>
        </p:spPr>
      </p:pic>
      <p:sp>
        <p:nvSpPr>
          <p:cNvPr id="6" name="Cloud Callout 5"/>
          <p:cNvSpPr/>
          <p:nvPr/>
        </p:nvSpPr>
        <p:spPr>
          <a:xfrm>
            <a:off x="2438400" y="1444752"/>
            <a:ext cx="1676400" cy="1527048"/>
          </a:xfrm>
          <a:prstGeom prst="cloudCallou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Look at all these stars! It’s magical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25" b="96953" l="6776" r="8972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2971800"/>
            <a:ext cx="2895600" cy="3733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98750" l="1016" r="98420">
                        <a14:foregroundMark x1="34876" y1="23203" x2="40632" y2="20781"/>
                        <a14:foregroundMark x1="40632" y1="20781" x2="40406" y2="25859"/>
                        <a14:foregroundMark x1="40406" y1="25859" x2="36569" y2="23047"/>
                        <a14:foregroundMark x1="15576" y1="23828" x2="15576" y2="23828"/>
                        <a14:foregroundMark x1="15576" y1="23828" x2="15576" y2="23828"/>
                        <a14:foregroundMark x1="16140" y1="22422" x2="19977" y2="19219"/>
                        <a14:foregroundMark x1="19977" y1="19219" x2="24041" y2="23828"/>
                        <a14:foregroundMark x1="24041" y1="23828" x2="24041" y2="23828"/>
                        <a14:foregroundMark x1="19300" y1="28281" x2="14673" y2="23672"/>
                        <a14:foregroundMark x1="14673" y1="23672" x2="17043" y2="26250"/>
                        <a14:foregroundMark x1="34876" y1="24453" x2="40406" y2="266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2590800"/>
            <a:ext cx="2590800" cy="4191000"/>
          </a:xfrm>
          <a:prstGeom prst="rect">
            <a:avLst/>
          </a:prstGeom>
        </p:spPr>
      </p:pic>
      <p:sp>
        <p:nvSpPr>
          <p:cNvPr id="10" name="Oval Callout 9"/>
          <p:cNvSpPr/>
          <p:nvPr/>
        </p:nvSpPr>
        <p:spPr>
          <a:xfrm>
            <a:off x="4953000" y="1752600"/>
            <a:ext cx="1676400" cy="1298448"/>
          </a:xfrm>
          <a:prstGeom prst="wedgeEllipseCallou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 love nights like this.</a:t>
            </a:r>
            <a:endParaRPr lang="en-US" dirty="0"/>
          </a:p>
        </p:txBody>
      </p:sp>
      <p:sp>
        <p:nvSpPr>
          <p:cNvPr id="13" name="Cloud Callout 12"/>
          <p:cNvSpPr/>
          <p:nvPr/>
        </p:nvSpPr>
        <p:spPr>
          <a:xfrm>
            <a:off x="7467600" y="1371600"/>
            <a:ext cx="1676400" cy="1376172"/>
          </a:xfrm>
          <a:prstGeom prst="cloudCallou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It feels peaceful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896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8000" r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250" b="99219" l="1695" r="9788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43200"/>
            <a:ext cx="1812131" cy="3962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875" b="97813" l="2706" r="97835">
                        <a14:foregroundMark x1="54514" y1="28390" x2="54514" y2="28390"/>
                        <a14:foregroundMark x1="54514" y1="28390" x2="54514" y2="2839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1" y="3657600"/>
            <a:ext cx="2438399" cy="3276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25" b="99375" l="0" r="97996">
                        <a14:foregroundMark x1="58717" y1="16953" x2="57315" y2="20234"/>
                        <a14:foregroundMark x1="59920" y1="20000" x2="67535" y2="17813"/>
                        <a14:foregroundMark x1="67535" y1="17813" x2="57715" y2="14531"/>
                        <a14:foregroundMark x1="58717" y1="16953" x2="54709" y2="19609"/>
                        <a14:foregroundMark x1="79960" y1="19766" x2="79960" y2="19766"/>
                        <a14:foregroundMark x1="79960" y1="19766" x2="79960" y2="19766"/>
                        <a14:foregroundMark x1="79559" y1="18203" x2="85772" y2="193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457200"/>
            <a:ext cx="2133600" cy="4038600"/>
          </a:xfrm>
          <a:prstGeom prst="rect">
            <a:avLst/>
          </a:prstGeom>
        </p:spPr>
      </p:pic>
      <p:sp>
        <p:nvSpPr>
          <p:cNvPr id="5" name="Cloud Callout 4"/>
          <p:cNvSpPr/>
          <p:nvPr/>
        </p:nvSpPr>
        <p:spPr>
          <a:xfrm>
            <a:off x="762000" y="1676400"/>
            <a:ext cx="1981200" cy="1905000"/>
          </a:xfrm>
          <a:prstGeom prst="cloudCallout">
            <a:avLst/>
          </a:prstGeom>
          <a:solidFill>
            <a:schemeClr val="tx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 want to capture this night in my sketchbook.</a:t>
            </a:r>
            <a:endParaRPr lang="en-US" dirty="0"/>
          </a:p>
        </p:txBody>
      </p:sp>
      <p:sp>
        <p:nvSpPr>
          <p:cNvPr id="6" name="Cloud Callout 5"/>
          <p:cNvSpPr/>
          <p:nvPr/>
        </p:nvSpPr>
        <p:spPr>
          <a:xfrm>
            <a:off x="4495800" y="762000"/>
            <a:ext cx="1828800" cy="1298448"/>
          </a:xfrm>
          <a:prstGeom prst="cloudCallou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Then we’ll remember it forever.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loud Callout 6"/>
          <p:cNvSpPr/>
          <p:nvPr/>
        </p:nvSpPr>
        <p:spPr>
          <a:xfrm>
            <a:off x="7467600" y="457200"/>
            <a:ext cx="1600200" cy="1831848"/>
          </a:xfrm>
          <a:prstGeom prst="cloudCallout">
            <a:avLst/>
          </a:prstGeom>
          <a:solidFill>
            <a:schemeClr val="accent3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 wish moments like this could last.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1561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24167 1.11111E-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64" presetClass="path" presetSubtype="0" accel="40000" decel="3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3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51" presetClass="path" presetSubtype="0" accel="47000" decel="4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4 0.067 C -0.049 0.081 -0.054 0.102 -0.054 0.124 C -0.054 0.149 -0.049 0.169 -0.04 0.183 L 0 0.25 E" pathEditMode="relative" ptsTypes="">
                                      <p:cBhvr>
                                        <p:cTn id="5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8125" l="0" r="69424">
                        <a14:foregroundMark x1="68309" y1="60234" x2="66078" y2="58750"/>
                        <a14:foregroundMark x1="66078" y1="58750" x2="61338" y2="81641"/>
                        <a14:foregroundMark x1="62454" y1="84219" x2="67565" y2="93359"/>
                        <a14:foregroundMark x1="82435" y1="78984" x2="82435" y2="78984"/>
                        <a14:foregroundMark x1="51952" y1="74766" x2="57900" y2="71328"/>
                        <a14:backgroundMark x1="59851" y1="41641" x2="59851" y2="41641"/>
                        <a14:backgroundMark x1="68494" y1="94766" x2="60781" y2="81641"/>
                        <a14:backgroundMark x1="60781" y1="81641" x2="61803" y2="71094"/>
                        <a14:backgroundMark x1="61803" y1="71094" x2="69238" y2="57344"/>
                        <a14:backgroundMark x1="67751" y1="60000" x2="64219" y2="65078"/>
                        <a14:backgroundMark x1="63941" y1="68047" x2="61338" y2="77969"/>
                        <a14:backgroundMark x1="61338" y1="79375" x2="67565" y2="90078"/>
                        <a14:backgroundMark x1="65613" y1="69688" x2="63011" y2="77188"/>
                        <a14:backgroundMark x1="66822" y1="58984" x2="63941" y2="65625"/>
                        <a14:backgroundMark x1="63941" y1="65625" x2="60316" y2="81641"/>
                        <a14:backgroundMark x1="60316" y1="81641" x2="67565" y2="94922"/>
                        <a14:backgroundMark x1="66357" y1="59609" x2="63662" y2="64219"/>
                        <a14:backgroundMark x1="67286" y1="59219" x2="62918" y2="71484"/>
                        <a14:backgroundMark x1="62918" y1="71484" x2="61059" y2="78594"/>
                        <a14:backgroundMark x1="61059" y1="78594" x2="66078" y2="90078"/>
                        <a14:backgroundMark x1="66078" y1="90078" x2="67565" y2="93750"/>
                        <a14:backgroundMark x1="67565" y1="93750" x2="61059" y2="81641"/>
                        <a14:backgroundMark x1="61059" y1="81641" x2="63476" y2="68672"/>
                        <a14:backgroundMark x1="63476" y1="68672" x2="67751" y2="582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2895600"/>
            <a:ext cx="2667000" cy="3657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25" b="97578" l="7009" r="89720">
                        <a14:backgroundMark x1="29790" y1="64453" x2="26986" y2="951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600" y="2362200"/>
            <a:ext cx="2743200" cy="4495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25" b="98125" l="1242" r="100000">
                        <a14:foregroundMark x1="16479" y1="21250" x2="19300" y2="19219"/>
                        <a14:foregroundMark x1="15801" y1="22031" x2="18172" y2="27500"/>
                        <a14:foregroundMark x1="35102" y1="21406" x2="36907" y2="2710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3048000"/>
            <a:ext cx="1524000" cy="3810000"/>
          </a:xfrm>
          <a:prstGeom prst="rect">
            <a:avLst/>
          </a:prstGeom>
        </p:spPr>
      </p:pic>
      <p:sp>
        <p:nvSpPr>
          <p:cNvPr id="5" name="Oval Callout 4"/>
          <p:cNvSpPr/>
          <p:nvPr/>
        </p:nvSpPr>
        <p:spPr>
          <a:xfrm>
            <a:off x="4953000" y="685800"/>
            <a:ext cx="1447800" cy="1600200"/>
          </a:xfrm>
          <a:prstGeom prst="wedgeEllipseCallout">
            <a:avLst/>
          </a:prstGeom>
          <a:solidFill>
            <a:schemeClr val="tx2">
              <a:lumMod val="75000"/>
            </a:schemeClr>
          </a:solidFill>
          <a:ln>
            <a:solidFill>
              <a:srgbClr val="92D050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Did you see that shooting star?</a:t>
            </a:r>
            <a:endParaRPr lang="en-US" dirty="0"/>
          </a:p>
        </p:txBody>
      </p:sp>
      <p:sp>
        <p:nvSpPr>
          <p:cNvPr id="6" name="Oval Callout 5"/>
          <p:cNvSpPr/>
          <p:nvPr/>
        </p:nvSpPr>
        <p:spPr>
          <a:xfrm>
            <a:off x="1905000" y="1219200"/>
            <a:ext cx="1219200" cy="1143000"/>
          </a:xfrm>
          <a:prstGeom prst="wedgeEllipseCallou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Quick! Make a wish!</a:t>
            </a:r>
            <a:endParaRPr lang="en-US" dirty="0"/>
          </a:p>
        </p:txBody>
      </p:sp>
      <p:sp>
        <p:nvSpPr>
          <p:cNvPr id="7" name="Oval Callout 6"/>
          <p:cNvSpPr/>
          <p:nvPr/>
        </p:nvSpPr>
        <p:spPr>
          <a:xfrm>
            <a:off x="6477000" y="1676400"/>
            <a:ext cx="1600200" cy="1600200"/>
          </a:xfrm>
          <a:prstGeom prst="wedgeEllipseCallou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I…. I just hope this night never ends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561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667 0.00556 L 0.18333 0.0055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8750" l="2000" r="98429">
                        <a14:foregroundMark x1="58143" y1="30469" x2="63286" y2="27500"/>
                        <a14:foregroundMark x1="63286" y1="27500" x2="63286" y2="27500"/>
                        <a14:foregroundMark x1="63286" y1="27500" x2="63286" y2="27500"/>
                        <a14:foregroundMark x1="60286" y1="31328" x2="64429" y2="29297"/>
                        <a14:foregroundMark x1="51857" y1="91719" x2="51857" y2="91719"/>
                        <a14:foregroundMark x1="55571" y1="94531" x2="50000" y2="95156"/>
                        <a14:foregroundMark x1="54429" y1="95391" x2="60714" y2="95156"/>
                        <a14:foregroundMark x1="70286" y1="92891" x2="76571" y2="93750"/>
                        <a14:foregroundMark x1="69143" y1="92734" x2="77286" y2="94922"/>
                        <a14:foregroundMark x1="70286" y1="97344" x2="79143" y2="97578"/>
                        <a14:foregroundMark x1="51143" y1="93750" x2="48571" y2="979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2895600"/>
            <a:ext cx="1981200" cy="35052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1" b="98750" l="0" r="98196">
                        <a14:foregroundMark x1="55711" y1="19375" x2="63527" y2="16172"/>
                        <a14:foregroundMark x1="63527" y1="16172" x2="63527" y2="20781"/>
                        <a14:foregroundMark x1="63527" y1="20781" x2="69739" y2="13906"/>
                        <a14:foregroundMark x1="79960" y1="19219" x2="83166" y2="21406"/>
                        <a14:foregroundMark x1="85170" y1="19375" x2="83768" y2="19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513" y="2743200"/>
            <a:ext cx="1631373" cy="3657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25" b="100000" l="310" r="98915">
                        <a14:foregroundMark x1="38450" y1="26641" x2="35504" y2="26250"/>
                        <a14:foregroundMark x1="68372" y1="26484" x2="66512" y2="25859"/>
                        <a14:foregroundMark x1="50853" y1="87656" x2="44806" y2="89922"/>
                        <a14:foregroundMark x1="59690" y1="87266" x2="59225" y2="94922"/>
                        <a14:foregroundMark x1="51628" y1="88906" x2="51938" y2="94375"/>
                        <a14:backgroundMark x1="51938" y1="89688" x2="52868" y2="82188"/>
                        <a14:backgroundMark x1="51628" y1="94922" x2="51938" y2="87656"/>
                        <a14:backgroundMark x1="52403" y1="94375" x2="51628" y2="8867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3124200"/>
            <a:ext cx="2057400" cy="3429000"/>
          </a:xfrm>
          <a:prstGeom prst="rect">
            <a:avLst/>
          </a:prstGeom>
        </p:spPr>
      </p:pic>
      <p:sp>
        <p:nvSpPr>
          <p:cNvPr id="5" name="Cloud Callout 4"/>
          <p:cNvSpPr/>
          <p:nvPr/>
        </p:nvSpPr>
        <p:spPr>
          <a:xfrm>
            <a:off x="4876800" y="533400"/>
            <a:ext cx="1524000" cy="1450848"/>
          </a:xfrm>
          <a:prstGeom prst="cloudCallou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Promise we’ll do this again!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Cloud Callout 5"/>
          <p:cNvSpPr/>
          <p:nvPr/>
        </p:nvSpPr>
        <p:spPr>
          <a:xfrm>
            <a:off x="1600200" y="685800"/>
            <a:ext cx="1600200" cy="990600"/>
          </a:xfrm>
          <a:prstGeom prst="cloudCallou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Always. Together.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loud Callout 6"/>
          <p:cNvSpPr/>
          <p:nvPr/>
        </p:nvSpPr>
        <p:spPr>
          <a:xfrm>
            <a:off x="7239000" y="990600"/>
            <a:ext cx="1676400" cy="1450848"/>
          </a:xfrm>
          <a:prstGeom prst="cloudCallou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I…I feel so lucky to have you both.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8899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84</Words>
  <Application>Microsoft Office PowerPoint</Application>
  <PresentationFormat>On-screen Show (4:3)</PresentationFormat>
  <Paragraphs>12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19</cp:revision>
  <dcterms:created xsi:type="dcterms:W3CDTF">2025-11-17T15:59:43Z</dcterms:created>
  <dcterms:modified xsi:type="dcterms:W3CDTF">2025-11-17T19:20:25Z</dcterms:modified>
</cp:coreProperties>
</file>